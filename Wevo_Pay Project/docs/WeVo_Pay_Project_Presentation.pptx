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HYA\source\repos\Wevo_Pay-Project\Wevo_Pay Project\docs\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5" name="Image 1" descr="C:\Users\YAHYA\source\repos\Wevo_Pay-Project\Wevo_Pay Project\doc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WeVo Pay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02920" y="16459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Egyptian Wallets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InstaPay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50292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P2P escrow-style transfer platform built with ASP.NET Core MVC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02920" y="393192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WeVo Pay exists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Wallet locked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Vodafone Cash &amp; local wallets cannot send money straight to InstaPay.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User friction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People need a trusted middle path with clear status tracking.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No transparency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Without a system, cash-outs are manual, risky, and hard to audit.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2/12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C:\Users\YAHYA\source\repos\Wevo_Pay-Project\Wevo_Pay Project\docs\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822960"/>
            <a:ext cx="402336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4880" y="822960"/>
            <a:ext cx="4023360" cy="3474720"/>
          </a:xfrm>
          <a:prstGeom prst="roundRect">
            <a:avLst>
              <a:gd name="adj" fmla="val 2632"/>
            </a:avLst>
          </a:prstGeom>
          <a:ln w="12700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11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</a:rPr>
              <a:t>Escrow-style bridge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46304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5087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User creates a transfer request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1488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Pays the company wallet (e.g. Vodafone Cash)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7889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Admin verifies the payment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33832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429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Admin completes payout to InstaPay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3/12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Business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Solves a real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Wallet → InstaPay that apps cannot do natively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Fee 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Configurable % fee on every completed bridge transfer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Trust &amp; control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Admin verification + 1-hour pending timeout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Growth loop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Referral links on registration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4/12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Who Uses WeVo Pay?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743200" cy="338328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17320"/>
            <a:ext cx="27432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Create transfers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Track status + timer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Messages &amp; rates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Profile &amp; settings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743200" cy="338328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417320"/>
            <a:ext cx="274320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Admin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Verify payments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Complete / reject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Manage wallets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Set fees &amp; reply chat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2743200" cy="338328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051560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1417320"/>
            <a:ext cx="27432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Auto-cancel 1h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Hash passwords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Seed admin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Cache live rates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5/12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Transfer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3233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173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Created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1h timer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103120"/>
            <a:ext cx="228600" cy="18288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3233A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41732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Verified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confirmed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103120"/>
            <a:ext cx="228600" cy="18288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3233A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3400" y="141732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InstaPay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paid out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2103120"/>
            <a:ext cx="228600" cy="18288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784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3233A"/>
          </a:solidFill>
          <a:ln/>
        </p:spPr>
      </p:sp>
      <p:sp>
        <p:nvSpPr>
          <p:cNvPr id="23" name="Shape 21"/>
          <p:cNvSpPr/>
          <p:nvPr/>
        </p:nvSpPr>
        <p:spPr>
          <a:xfrm>
            <a:off x="557784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0760" y="141732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Rejected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refused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0" y="2103120"/>
            <a:ext cx="228600" cy="18288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3233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1188720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7818120" y="1417320"/>
            <a:ext cx="594360" cy="5943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Cancelled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2651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Timeout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auto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</a:rPr>
              <a:t>Fee = Amount x Fee%   |   Total to send = Amount + Fee   |   Fee% from System Settings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Pending without admin verification for 1 hour becomes Cancelled automatically.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6/12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Technical Stack</a:t>
            </a:r>
            <a:endParaRPr lang="en-US" sz="3000" dirty="0"/>
          </a:p>
        </p:txBody>
      </p:sp>
      <p:pic>
        <p:nvPicPr>
          <p:cNvPr id="4" name="Image 0" descr="C:\Users\YAHYA\source\repos\Wevo_Pay-Project\Wevo_Pay Project\docs\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05840"/>
            <a:ext cx="35661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Backend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1168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ASP.NET Core MVC (.NET 10)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ORM / DB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116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EF Core + SQL Server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Auth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0116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Cookie auth + Roles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60604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UI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1168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Razor + Bootstrap + custom CSS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15468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Jobs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01168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IHostedService auto-cancel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70332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APIs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011680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Live FX + Gold (cached)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7/12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Architecture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9144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24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Views (Razor)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298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Login, Dashboard, Transfers, Admin, Messages, Rates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938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Controllers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212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HTTP, Authorize, ModelState, redirect / View()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7432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852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127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Business rules: fee, verify, complete, expire, chat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36576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(EF + SQL)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41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Users, Wallets, TransferRequests, Transactions, Messages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8/12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Feature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80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Transfers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Create, track, details timeline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280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1h Timer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Auto-cancel pending requests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280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Admin Ops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Verify / Complete / Reject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017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Messages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User ↔ Admin support chat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7432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3017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Rates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Arab FX + gold in EGP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3017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Referrals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Grow with invite links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9/12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HYA\source\repos\Wevo_Pay-Project\Wevo_Pay Project\docs\secur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Security &amp; Trust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Passwords hashed (never plain text)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Cookie authentication + role checks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Anti-forgery tokens on POST forms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19456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Users only access their own transfers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2004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Admin actions are role-gated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32004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Pending requests expire in 1 hour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10/12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Live Demo Path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" y="1600200"/>
            <a:ext cx="73152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914400"/>
            <a:ext cx="7132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024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Admin login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admin / Admin@123 →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" y="2514600"/>
            <a:ext cx="73152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1828800"/>
            <a:ext cx="7132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1938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User transfer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2240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Create request → see fee + 1h timer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6384" y="3429000"/>
            <a:ext cx="73152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2743200"/>
            <a:ext cx="7132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2852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Verify &amp; complete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3154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Admin confirms payment → InstaPay done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71600" y="3657600"/>
            <a:ext cx="7132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Extras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Messages · Rates · Referral · Settings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WeVo Pay  ·  Project Presentation  ·  11/12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HYA\source\repos\Wevo_Pay-Project\Wevo_Pay Project\docs\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</a:rPr>
              <a:t>Questions welcome — technical details are in the companion guide.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0" y="310896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WeVo Pay · Wallet to InstaPay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Companion: WeVo_Pay_Technical_Guide.pdf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WeVo Pay - Project Presentation</dc:title>
  <dc:subject>P2P Wallet to InstaPay Bridge</dc:subject>
  <dc:creator>WeVo Pay Team</dc:creator>
  <cp:lastModifiedBy>WeVo Pay Team</cp:lastModifiedBy>
  <cp:revision>1</cp:revision>
  <dcterms:created xsi:type="dcterms:W3CDTF">2026-07-10T00:50:54Z</dcterms:created>
  <dcterms:modified xsi:type="dcterms:W3CDTF">2026-07-10T00:50:54Z</dcterms:modified>
</cp:coreProperties>
</file>